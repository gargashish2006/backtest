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Champion Strategy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Identifying Hidden Strength Where Others See Noise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unpopular, neglected sectors where value is mispriced.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Proprietary models identify isolated pockets of hidden strength.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STRATEGY AT A GLANCE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Configuration &amp;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Benchmark: Nifty 500 / Top 1000 Universe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Structure: Concentrated Portfolio (10-15 Stocks)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Rebalancing: Quarterly (With Dynamic Exits)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Pricing: 2% Fixed / 20% Profit Share (Above Hurdle)</a:t>
            </a:r>
          </a:p>
        </p:txBody>
      </p:sp>
      <p:pic>
        <p:nvPicPr>
          <p:cNvPr id="8" name="Picture 7" descr="strategy_features_icons_17712994225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LONG-TERM VALIDATION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Full Cycle Backtest (2017-2026)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CAGR: 22.5% (vs 8.8%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Sharpe (Rf=6%): 0.83 (vs 0.23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Max Drawdown: -41.1% (vs -64.0%)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Total Return: 470% (vs 106%)</a:t>
            </a:r>
          </a:p>
        </p:txBody>
      </p:sp>
      <p:pic>
        <p:nvPicPr>
          <p:cNvPr id="8" name="Picture 7" descr="full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2898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Note: We have back-tested the quantitative part of this strategy to give you an idea on how this thought process has performed in the past. Actual implementation includes qualitative fundamental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ANNUAL RETURNS BREAKDOWN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Consistent Outperformance Across Cycles</a:t>
            </a:r>
          </a:p>
        </p:txBody>
      </p:sp>
      <p:pic>
        <p:nvPicPr>
          <p:cNvPr id="7" name="Picture 6" descr="annual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5623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Yearly Outperformance: 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QUARTERLY PERFORMANCE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Granular View of Alpha Generation</a:t>
            </a:r>
          </a:p>
        </p:txBody>
      </p:sp>
      <p:pic>
        <p:nvPicPr>
          <p:cNvPr id="7" name="Picture 6" descr="quarterly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499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Quarterly Outperformance: 75%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