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Champion Strategy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unpopular, neglected sectors where value is mispriced.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Proprietary models identify isolated pockets of hidden strength.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Performance (2017-2026)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22.5% (vs 8.8%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(Rf=6%): 0.83 (vs 0.23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Max Drawdown: -41.1% (vs -64.0%)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Total Return: 470% (vs 106%)</a:t>
            </a:r>
          </a:p>
        </p:txBody>
      </p:sp>
      <p:pic>
        <p:nvPicPr>
          <p:cNvPr id="8" name="Picture 7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898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Consistent Outperformance Across Cycles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QUARTERLY PERFORMANCE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Granular View of Alpha Generation</a:t>
            </a:r>
          </a:p>
        </p:txBody>
      </p:sp>
      <p:pic>
        <p:nvPicPr>
          <p:cNvPr id="7" name="Picture 6" descr="quarterly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998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