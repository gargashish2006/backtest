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Quality Growth Value (QGV)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Fundamental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Investing Where Risk is Managed and Uncertainty Creates Opportunity</a:t>
            </a:r>
            <a:br/>
            <a:br/>
            <a:r>
              <a:t>Oleander Financial Technologies Pvt Ltd. | SEBI Registration No. INH000022491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Redefining Risk and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Myth: High returns require taking excessive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Reality: Sustainable, compounding returns are generated by minimizing risk while tactically navigating market uncertainty.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Approach: We invest in fundamentally robust Mid &amp; Small Cap businesses where temporary uncertainty creates valuation comfort—strictly avoiding any risk of permanent capital impairment.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WHAT WE LOOK FOR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The Non-Negotiable Pillars of QGV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Strong &amp; Scalable Business Model: Proven ability to grow.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Visible Earnings Growth: Clear line-of-sight to future cash flows.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Sensible Capital Allocation: Respect for shareholder capital.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Prudent Leverage: Clean balance sheets.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Reasonable Valuation: Distinct margin of safety at entry.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Re-rating Potential: Triggers driving institutional re-pricing.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4-Stage Mechanical Filtration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The Quality Filter</a:t>
            </a:r>
            <a:br/>
            <a:r>
              <a:t>  Screening for ROCE consistency and balance sheet strength.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Growth Visibility</a:t>
            </a:r>
            <a:br/>
            <a:r>
              <a:t>  Identifying revenue scalability and structural sector tailwinds.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Valuation Comfort</a:t>
            </a:r>
            <a:br/>
            <a:r>
              <a:t>  Disciplined buying during market corrections or mispricings.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4: Risk Assessment</a:t>
            </a:r>
            <a:br/>
            <a:r>
              <a:t>  Deep-dive into corporate governance and leverage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PORTFOLIO CONSTRUCTION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How the Portfolio is 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Concentration: 15–20 High-Conviction Stocks.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Market Cap Focus: Dedicated exclusively to Mid &amp; Small Caps.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Diversification: Sensibly spread across uncorrelated sectors.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Active Management: Quarterly dynamic weighting adjustments.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Discipline: Strictly avoiding overcrowded retail themes.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WHY MID &amp; SMALL CAPS?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The Thesis for Generating 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Greater Information Gaps: Less institutional coverage provides an edge.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Higher Mispricing Probability: The market misjudges temporary headwinds.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Earnings Acceleration: Smaller bases allow for explosive growth.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Early-Stage Compounding: Buying the giants of tomorrow, today.</a:t>
            </a:r>
          </a:p>
          <a:p>
            <a:br/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"Alpha emerges where uncertainty is misunderstood."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RISK MANAGEMENT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Minimizing Permanent Capital Loss by Actively Avoiding: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Structurally Weak Businesses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Excessive Leverage or Debt Traps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Corporate Governance Red Flags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Pure Price-Momentum Plays without Fundamental Backing</a:t>
            </a:r>
          </a:p>
          <a:p>
            <a:br/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Coupled with strict Position Sizing Discipline to ensure no single failure derails the portfolio.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POSITIONING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Setting the Correct Expectations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What We Are Not: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Not Deep Value (We don't buy value traps)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Not Pure Momentum (We require fundamental anchors)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❌ Not Thematic (Not bound to a single sector narrative)</a:t>
            </a:r>
          </a:p>
          <a:p>
            <a:br/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What We Are:</a:t>
            </a:r>
            <a:br/>
            <a:r>
              <a:t>A highly disciplined intersection of Quality + Growth Visibility + Valuation Comfort.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AT A GLANCE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Quick Facts &amp;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Universe: Top 1500 Listed Companies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Portfolio Size: 15–20 High-Conviction Stocks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Rebalancing: Quarterly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Core Style: Quality Growth at a Reasonable Valuation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Pricing Options: ₹9,999/Yearly or ₹2,999/Quarterly (+ taxes)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Quality Growth Value Fundamental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QUALITY GROWTH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Investing in Businesses, Not Narratives.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Arial"/>
              </a:defRPr>
            </a:pPr>
            <a:r>
              <a:t>Contact Us: contact@olgo.in</a:t>
            </a:r>
            <a:br/>
            <a:r>
              <a:t>Oleander Financial Technologies Pvt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