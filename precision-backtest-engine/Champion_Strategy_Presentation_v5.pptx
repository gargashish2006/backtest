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Champion Strategy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Backtest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Note: We have back-tested the quantitative part of this strategy to give you an idea on how this thought process has performed in the past. Actual implementation includes qualitative fundamental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Yearly Outperformance: 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Quarterly Outperformance: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