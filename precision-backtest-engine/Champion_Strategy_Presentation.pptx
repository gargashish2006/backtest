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The Champion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8FAFC"/>
                </a:solidFill>
              </a:defRPr>
            </a:pPr>
            <a:r>
              <a:t>Identifying Hidden Strength Where Others See Noise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The Core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Identifying Strength Where Others See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The Contrarian Edge: Most participants chase 'hot' themes, creating overcrowding risk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Our Advantage: Focus on unpopular, neglected sectors where value is mispriced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The Precision: Proprietary models identify isolated pockets of hidden strength</a:t>
            </a:r>
          </a:p>
        </p:txBody>
      </p:sp>
      <p:pic>
        <p:nvPicPr>
          <p:cNvPr id="5" name="Picture 4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The Alpha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Capturing Structural Imbalances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The Logic: Prices move due to Supply/Demand imbalances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The Signal: Our model detects subtle shifts:</a:t>
            </a:r>
            <a:br/>
            <a:r>
              <a:t>  • Supply Exhaustion: Selling pressure dries up</a:t>
            </a:r>
            <a:br/>
            <a:r>
              <a:t>  • Smart Accumulation: Demand stabilizes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The Result: Entry at inflection point for high-probability moves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The Selection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A Rigorous, Multi-Layered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Step 1: Proprietary Sector Scan</a:t>
            </a:r>
            <a:br/>
            <a:r>
              <a:t>  Identifying sectors with 'Accumulation Signatures'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Step 2: Strength Confirmation</a:t>
            </a:r>
            <a:br/>
            <a:r>
              <a:t>  Verifying broad sector strength to minimize risk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Step 3: Momentum Ranking</a:t>
            </a:r>
            <a:br/>
            <a:r>
              <a:t>  Buying the leaders of the new trend (RSNP Rank)</a:t>
            </a:r>
          </a:p>
        </p:txBody>
      </p:sp>
      <p:pic>
        <p:nvPicPr>
          <p:cNvPr id="5" name="Picture 4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Fundamentally Sound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Strength with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Safety First: Strict Liquidity and Volatility filters. No junk.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Structural Integrity: Price strength backed by valid market structure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Disciplined Allocation:</a:t>
            </a:r>
            <a:br/>
            <a:r>
              <a:t>  • Max 15 Stocks (Concentrated)</a:t>
            </a:r>
            <a:br/>
            <a:r>
              <a:t>  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Validated by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Delivering Alpha (2023-2026)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CAGR: 28.87%</a:t>
            </a:r>
            <a:br/>
            <a:r>
              <a:t>  Consistent outperformance vs Benchmark (~15%)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Sharpe Ratio: 1.17</a:t>
            </a:r>
            <a:br/>
            <a:r>
              <a:t>  Superior risk-adjusted returns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Drawdown: -21.85%</a:t>
            </a:r>
            <a:br/>
            <a:r>
              <a:t>  Contrarian approach protects capital during corrections</a:t>
            </a:r>
          </a:p>
        </p:txBody>
      </p:sp>
      <p:pic>
        <p:nvPicPr>
          <p:cNvPr id="5" name="Picture 4" descr="performance_chart_concept_1771245860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The Dynamic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Intelligent Holding Periods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AFC"/>
                </a:solidFill>
              </a:defRPr>
            </a:pPr>
            <a:r>
              <a:t>Beyond Fixed Timeframes</a:t>
            </a:r>
          </a:p>
          <a:p>
            <a:pPr algn="ctr">
              <a:defRPr sz="2400">
                <a:solidFill>
                  <a:srgbClr val="F8FAFC"/>
                </a:solidFill>
              </a:defRPr>
            </a:pPr>
          </a:p>
          <a:p>
            <a:pPr algn="ctr">
              <a:defRPr sz="2400">
                <a:solidFill>
                  <a:srgbClr val="F8FAFC"/>
                </a:solidFill>
              </a:defRPr>
            </a:pPr>
            <a:r>
              <a:t>We hold winners as long as our Proprietary Signal remains valid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