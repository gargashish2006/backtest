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36576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8FAFC"/>
                </a:solidFill>
                <a:latin typeface="Arial"/>
              </a:defRPr>
            </a:pPr>
            <a:r>
              <a:t>The Champion Strategy</a:t>
            </a:r>
          </a:p>
          <a:p>
            <a:pPr>
              <a:spcBef>
                <a:spcPts val="1000"/>
              </a:spcBef>
              <a:defRPr sz="3200">
                <a:solidFill>
                  <a:srgbClr val="10B981"/>
                </a:solidFill>
                <a:latin typeface="Arial"/>
              </a:defRPr>
            </a:pPr>
            <a:r>
              <a:t>Proprietary Alpha in Unpopular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Arial"/>
              </a:defRPr>
            </a:pPr>
            <a:r>
              <a:t>Identifying Hidden Strength Where Others See Noise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CORE PHILOSOPHY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Identifying Strength Where Others See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Contrarian Edge: Most participants chase 'hot' themes, creating overcrowding risk.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Our Advantage: Focus on unpopular, neglected sectors where value is mispriced.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Precision: Proprietary models identify isolated pockets of hidden strength.</a:t>
            </a:r>
          </a:p>
        </p:txBody>
      </p:sp>
      <p:pic>
        <p:nvPicPr>
          <p:cNvPr id="8" name="Picture 7" descr="market_structure_accumulation_1771245796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ALPHA SOURCE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Capturing Structural Imbalances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Logic: Prices move due to Supply/Demand imbalances.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Signal: Our model detects subtle shifts: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Supply Exhaustion: Selling pressure dries up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Smart Accumulation: Demand stabilizes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Result: Entry at inflection point for high-probability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SELECTION PROCESS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A Rigorous, Multi-Layered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1: Proprietary Sector Scan</a:t>
            </a:r>
            <a:br/>
            <a:r>
              <a:t>Identifying sectors with 'Accumulation Signatures'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2: Strength Confirmation</a:t>
            </a:r>
            <a:br/>
            <a:r>
              <a:t>Verifying broad sector strength to minimize risk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3: Momentum Ranking</a:t>
            </a:r>
            <a:br/>
            <a:r>
              <a:t>Buying the leaders of the new trend (RSNP Rank)</a:t>
            </a:r>
          </a:p>
        </p:txBody>
      </p:sp>
      <p:pic>
        <p:nvPicPr>
          <p:cNvPr id="8" name="Picture 7" descr="selection_funnel_1771245833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FUNDAMENTALLY SOUND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Strength with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Safety First: Strict Liquidity and Volatility filters. No junk.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Structural Integrity: Price strength backed by valid market structure.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Disciplined Allocation: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15 Stocks (Concentrated)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3 per Industry (Diversified)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VALIDATED BY RESULTS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Delivering Alpha (2023-2026)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CAGR: 28.87%</a:t>
            </a:r>
            <a:br/>
            <a:r>
              <a:t>Consistent outperformance vs Benchmark (~15%)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Sharpe Ratio: 1.17</a:t>
            </a:r>
            <a:br/>
            <a:r>
              <a:t>Superior risk-adjusted returns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Drawdown: -21.85%</a:t>
            </a:r>
            <a:br/>
            <a:r>
              <a:t>Contrarian approach protects capital during corrections</a:t>
            </a:r>
          </a:p>
        </p:txBody>
      </p:sp>
      <p:pic>
        <p:nvPicPr>
          <p:cNvPr id="8" name="Picture 7" descr="performance_chart_concept_17712458608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Arial"/>
              </a:defRPr>
            </a:pPr>
            <a:r>
              <a:t>THE DYNAMIC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  <a:latin typeface="Arial"/>
              </a:defRPr>
            </a:pPr>
            <a:r>
              <a:t>We hold winners as long as our Proprietary Signal remains valid.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Arial"/>
              </a:defRPr>
            </a:pPr>
            <a:r>
              <a:t>Potential Return Boost: &gt;31% CAGR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