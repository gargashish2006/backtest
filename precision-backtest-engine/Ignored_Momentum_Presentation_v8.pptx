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Ignored Momentum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Finding Strength Where Others Look Away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ignored, neglected sectors where new momentum is emerging.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We select only the strongest stocks in these 'ignored' industries.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 in ignored sectors: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AT A GLANCE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Configuration &amp;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Benchmark: Nifty 500 / Top 1000 Universe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Structure: Concentrated Portfolio (10-15 Stocks)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Turnover: High Active Rotation (~7-10 stocks replaced/qtr)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Pricing: 2% Fixed / 20% Profit Share (Above Hurdle)</a:t>
            </a:r>
          </a:p>
        </p:txBody>
      </p:sp>
      <p:pic>
        <p:nvPicPr>
          <p:cNvPr id="8" name="Picture 7" descr="strategy_features_icons_1771299422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Backtest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Note: We have back-tested the quantitative part of this strategy to give you an idea on how this thought process has performed in the past. Actual implementation includes qualitative fundamental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Yearly Outperformance: 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Quarterly Outperformance: 75%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Ignored Momentum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